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733AE-25E3-4C5D-9652-A3821E845E11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79F14-5BCC-4E50-9658-B33FD91AF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84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9F14-5BCC-4E50-9658-B33FD91AF9A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261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9F14-5BCC-4E50-9658-B33FD91AF9A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8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48234-8264-E7D7-91B5-07DB5E16B7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ВКУСНО И ТОЧКА      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36E636-8BF3-DF4F-9557-71DE01BEA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ВЫПАЛНИЛ: </a:t>
            </a:r>
            <a:r>
              <a:rPr lang="ru-RU" dirty="0" err="1"/>
              <a:t>тАМЕРЛАН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8872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FC6DC-5A67-2CF5-B7C9-A0ECEDDE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САДЕРЖАНИЕ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B4FF8-14A5-BC84-41C1-45678B8DC67E}"/>
              </a:ext>
            </a:extLst>
          </p:cNvPr>
          <p:cNvSpPr txBox="1"/>
          <p:nvPr/>
        </p:nvSpPr>
        <p:spPr>
          <a:xfrm>
            <a:off x="685801" y="2065867"/>
            <a:ext cx="8485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СЛАЙД 3  - О ВКУСНО И ТОЧКА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СЛАЙД 4 – 6 меню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слайд 7 – вывод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Слайд 8 – спасибо за внимание </a:t>
            </a:r>
          </a:p>
        </p:txBody>
      </p:sp>
    </p:spTree>
    <p:extLst>
      <p:ext uri="{BB962C8B-B14F-4D97-AF65-F5344CB8AC3E}">
        <p14:creationId xmlns:p14="http://schemas.microsoft.com/office/powerpoint/2010/main" val="163827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4151F1-AD9D-3C85-32BE-0D29316C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669" y="0"/>
            <a:ext cx="5686331" cy="56863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23E1D5-3F11-269A-C6E4-B972944C3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558" y="0"/>
            <a:ext cx="3871111" cy="2869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DB42E9-8CB4-E1FA-995D-8978507E9A82}"/>
              </a:ext>
            </a:extLst>
          </p:cNvPr>
          <p:cNvSpPr txBox="1"/>
          <p:nvPr/>
        </p:nvSpPr>
        <p:spPr>
          <a:xfrm>
            <a:off x="97326" y="3378007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C000"/>
                </a:solidFill>
              </a:rPr>
              <a:t>«Вкусно — и точка» — российская сеть ресторанов быстрого питания, созданная на базе сети </a:t>
            </a:r>
            <a:r>
              <a:rPr lang="ru-RU" dirty="0" err="1">
                <a:solidFill>
                  <a:srgbClr val="FFC000"/>
                </a:solidFill>
              </a:rPr>
              <a:t>McDonald’s</a:t>
            </a:r>
            <a:r>
              <a:rPr lang="ru-RU" dirty="0">
                <a:solidFill>
                  <a:srgbClr val="FFC000"/>
                </a:solidFill>
              </a:rPr>
              <a:t> после её закрытия в России[1][2] и полной продажи всего российского бизнеса предпринимателю Александру Говору[3][4]. Открытие первых ресторанов сети состоялось 12 июня 2022 года[⇨]. По данным Forbes, в 2025 году компания вошла в список крупнейших по чистой прибыли[5].</a:t>
            </a:r>
          </a:p>
        </p:txBody>
      </p:sp>
    </p:spTree>
    <p:extLst>
      <p:ext uri="{BB962C8B-B14F-4D97-AF65-F5344CB8AC3E}">
        <p14:creationId xmlns:p14="http://schemas.microsoft.com/office/powerpoint/2010/main" val="2095958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307B2B-7EDF-5FC9-EA1F-CA3ED72FF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953" y="0"/>
            <a:ext cx="12268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57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42D50-82C1-B94F-21A5-A9DA1C07105B}"/>
              </a:ext>
            </a:extLst>
          </p:cNvPr>
          <p:cNvSpPr txBox="1"/>
          <p:nvPr/>
        </p:nvSpPr>
        <p:spPr>
          <a:xfrm>
            <a:off x="3048755" y="2415601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Вкусно — и точка» — российская сеть предприятий быстрого питания, созданная на базе сети </a:t>
            </a:r>
            <a:r>
              <a:rPr lang="ru-RU" dirty="0" err="1"/>
              <a:t>McDonald’s</a:t>
            </a:r>
            <a:r>
              <a:rPr lang="ru-RU" dirty="0"/>
              <a:t> после её закрытия в России в связи со вторжением России на Украину[1][2][3] и полной продажи всего российского бизнеса предпринимателю Александру Говору[4][5]. Открытие первых ресторанов сети состоялось 12 июня 2022 года.</a:t>
            </a:r>
          </a:p>
        </p:txBody>
      </p:sp>
    </p:spTree>
    <p:extLst>
      <p:ext uri="{BB962C8B-B14F-4D97-AF65-F5344CB8AC3E}">
        <p14:creationId xmlns:p14="http://schemas.microsoft.com/office/powerpoint/2010/main" val="1143267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{45603520-5342-4E06-B6AE-3C9CBA157164}TFb5ae2469-0bae-4978-b0e0-39dd046150ff70304fb8-6c08fe732421</Template>
  <TotalTime>45</TotalTime>
  <Words>163</Words>
  <Application>Microsoft Office PowerPoint</Application>
  <PresentationFormat>Широкоэкранный</PresentationFormat>
  <Paragraphs>11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Небесная</vt:lpstr>
      <vt:lpstr>ВКУСНО И ТОЧКА       </vt:lpstr>
      <vt:lpstr>САДЕРЖАНИЕ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TopShakhty</dc:creator>
  <cp:lastModifiedBy>TopShakhty</cp:lastModifiedBy>
  <cp:revision>1</cp:revision>
  <dcterms:created xsi:type="dcterms:W3CDTF">2025-11-09T07:58:48Z</dcterms:created>
  <dcterms:modified xsi:type="dcterms:W3CDTF">2025-11-09T08:44:34Z</dcterms:modified>
</cp:coreProperties>
</file>